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4"/>
  </p:notesMasterIdLst>
  <p:sldIdLst>
    <p:sldId id="261" r:id="rId5"/>
    <p:sldId id="263" r:id="rId6"/>
    <p:sldId id="265" r:id="rId7"/>
    <p:sldId id="266" r:id="rId8"/>
    <p:sldId id="268" r:id="rId9"/>
    <p:sldId id="269" r:id="rId10"/>
    <p:sldId id="270" r:id="rId11"/>
    <p:sldId id="271" r:id="rId12"/>
    <p:sldId id="27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A75990-A4A1-4DDE-AA8D-73E60A452DD0}" type="datetimeFigureOut">
              <a:rPr lang="en-US" smtClean="0"/>
              <a:t>10/25/2023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75CD8D-B1D9-4658-A4F0-38CA8D83ED5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980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08C238F-B856-42A4-BC32-194DCC130D5F}" type="datetime1">
              <a:rPr lang="en-US" smtClean="0"/>
              <a:t>10/25/2023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C1CB5-A088-4DB4-8A5C-B084F9B2B528}" type="datetime1">
              <a:rPr lang="en-US" smtClean="0"/>
              <a:t>10/25/2023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C1328-ADC8-435B-8F5C-D339CD9DD487}" type="datetime1">
              <a:rPr lang="en-US" smtClean="0"/>
              <a:t>10/25/2023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56410-64C5-4311-8359-FDA6B61ABBAE}" type="datetime1">
              <a:rPr lang="en-US" smtClean="0"/>
              <a:t>10/25/2023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8B01E-6E1B-4AFC-A690-27C447C9486E}" type="datetime1">
              <a:rPr lang="en-US" smtClean="0"/>
              <a:t>10/25/2023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2F3D2-503A-4E49-99AD-125A054E178F}" type="datetime1">
              <a:rPr lang="en-US" smtClean="0"/>
              <a:t>10/25/2023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66207-223C-48E4-AE22-548ABC801447}" type="datetime1">
              <a:rPr lang="en-US" smtClean="0"/>
              <a:t>10/25/2023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41151-B38C-4230-91F0-8A3BB69A056C}" type="datetime1">
              <a:rPr lang="en-US" smtClean="0"/>
              <a:t>10/25/2023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EA29-EE45-46F5-8084-6929433FA14E}" type="datetime1">
              <a:rPr lang="en-US" smtClean="0"/>
              <a:t>10/25/2023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2680-3826-48D8-A0B9-F293E3A564DD}" type="datetime1">
              <a:rPr lang="en-US" smtClean="0"/>
              <a:t>10/25/2023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0F02A-B435-4587-AE10-6A02865845FD}" type="datetime1">
              <a:rPr lang="en-US" smtClean="0"/>
              <a:t>10/25/2023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F27A1-9C29-4918-BA16-87149545F673}" type="datetime1">
              <a:rPr lang="en-US" smtClean="0"/>
              <a:t>10/25/2023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EE601-4D27-49FF-B099-2799466F7EDA}" type="datetime1">
              <a:rPr lang="en-US" smtClean="0"/>
              <a:t>10/25/2023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2469-603F-4B0F-8F23-6B2B143D5424}" type="datetime1">
              <a:rPr lang="en-US" smtClean="0"/>
              <a:t>10/25/2023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781E0-05FC-475E-A14D-85EF9B55E67B}" type="datetime1">
              <a:rPr lang="en-US" smtClean="0"/>
              <a:t>10/25/2023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D02C8-8352-4A2E-A3CD-139A8583C932}" type="datetime1">
              <a:rPr lang="en-US" smtClean="0"/>
              <a:t>10/25/2023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80581-4B77-41E9-BE55-C3C9C3900A2A}" type="datetime1">
              <a:rPr lang="en-US" smtClean="0"/>
              <a:t>10/25/2023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67B94D-50C4-4558-AAA1-857DDB1A21EF}" type="datetime1">
              <a:rPr lang="en-US" smtClean="0"/>
              <a:t>10/25/2023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howtomechatronics.com/tutorials/arduino/how-to-build-an-arduino-wireless-network-with-multiple-nrf24l01-modules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>
            <a:extLst>
              <a:ext uri="{FF2B5EF4-FFF2-40B4-BE49-F238E27FC236}">
                <a16:creationId xmlns:a16="http://schemas.microsoft.com/office/drawing/2014/main" id="{AD579530-1077-46B3-BD5C-81BB270A1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78" name="Rectangle 77">
              <a:extLst>
                <a:ext uri="{FF2B5EF4-FFF2-40B4-BE49-F238E27FC236}">
                  <a16:creationId xmlns:a16="http://schemas.microsoft.com/office/drawing/2014/main" id="{ACBB106A-B366-4349-B59F-E8FBDADD8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9" name="Picture 2">
              <a:extLst>
                <a:ext uri="{FF2B5EF4-FFF2-40B4-BE49-F238E27FC236}">
                  <a16:creationId xmlns:a16="http://schemas.microsoft.com/office/drawing/2014/main" id="{113FC03B-24E4-4A3F-9626-CC7F6356BC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 descr="close up of circuit board">
            <a:extLst>
              <a:ext uri="{FF2B5EF4-FFF2-40B4-BE49-F238E27FC236}">
                <a16:creationId xmlns:a16="http://schemas.microsoft.com/office/drawing/2014/main" id="{525AE681-57C0-4C44-9E88-A16CDA016EB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30000"/>
          </a:blip>
          <a:srcRect t="6504" b="9202"/>
          <a:stretch/>
        </p:blipFill>
        <p:spPr>
          <a:xfrm>
            <a:off x="3611" y="-6610"/>
            <a:ext cx="12188389" cy="6857990"/>
          </a:xfrm>
          <a:prstGeom prst="rect">
            <a:avLst/>
          </a:prstGeom>
        </p:spPr>
      </p:pic>
      <p:grpSp>
        <p:nvGrpSpPr>
          <p:cNvPr id="81" name="Group 80">
            <a:extLst>
              <a:ext uri="{FF2B5EF4-FFF2-40B4-BE49-F238E27FC236}">
                <a16:creationId xmlns:a16="http://schemas.microsoft.com/office/drawing/2014/main" id="{83F79A5F-63B5-4802-B39B-BF0F89DDDA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235200"/>
            <a:ext cx="10982062" cy="2396067"/>
            <a:chOff x="605895" y="2235200"/>
            <a:chExt cx="10982062" cy="2396067"/>
          </a:xfrm>
        </p:grpSpPr>
        <p:sp>
          <p:nvSpPr>
            <p:cNvPr id="82" name="Round Diagonal Corner Rectangle 7">
              <a:extLst>
                <a:ext uri="{FF2B5EF4-FFF2-40B4-BE49-F238E27FC236}">
                  <a16:creationId xmlns:a16="http://schemas.microsoft.com/office/drawing/2014/main" id="{00D14BF7-A799-4EDA-8C19-CED0B8EC5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82333" y="2235200"/>
              <a:ext cx="7027334" cy="2396067"/>
            </a:xfrm>
            <a:prstGeom prst="round2DiagRect">
              <a:avLst>
                <a:gd name="adj1" fmla="val 9246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AF292344-73C8-4E53-85C0-8CDB23EB53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5895" y="2900097"/>
              <a:ext cx="10982062" cy="1211524"/>
              <a:chOff x="605895" y="2900097"/>
              <a:chExt cx="10982062" cy="1211524"/>
            </a:xfrm>
          </p:grpSpPr>
          <p:sp>
            <p:nvSpPr>
              <p:cNvPr id="84" name="Freeform 32">
                <a:extLst>
                  <a:ext uri="{FF2B5EF4-FFF2-40B4-BE49-F238E27FC236}">
                    <a16:creationId xmlns:a16="http://schemas.microsoft.com/office/drawing/2014/main" id="{4781E776-A0A7-4FB6-958B-8389BBA569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9653587" y="33797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5" name="Freeform 33">
                <a:extLst>
                  <a:ext uri="{FF2B5EF4-FFF2-40B4-BE49-F238E27FC236}">
                    <a16:creationId xmlns:a16="http://schemas.microsoft.com/office/drawing/2014/main" id="{0F004D56-F177-45BC-8965-B72DB88A08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078244" y="33107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6" name="Freeform 34">
                <a:extLst>
                  <a:ext uri="{FF2B5EF4-FFF2-40B4-BE49-F238E27FC236}">
                    <a16:creationId xmlns:a16="http://schemas.microsoft.com/office/drawing/2014/main" id="{5F2F1F83-817B-4678-B0AE-8FFDC49FC8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1146631" y="35742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7" name="Freeform 37">
                <a:extLst>
                  <a:ext uri="{FF2B5EF4-FFF2-40B4-BE49-F238E27FC236}">
                    <a16:creationId xmlns:a16="http://schemas.microsoft.com/office/drawing/2014/main" id="{F908EB47-32F4-4E82-BF56-FD25BB0747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230644" y="30345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8" name="Freeform 35">
                <a:extLst>
                  <a:ext uri="{FF2B5EF4-FFF2-40B4-BE49-F238E27FC236}">
                    <a16:creationId xmlns:a16="http://schemas.microsoft.com/office/drawing/2014/main" id="{0966000D-B975-4E8A-9BF2-EACF216405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034587" y="25627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9" name="Freeform 36">
                <a:extLst>
                  <a:ext uri="{FF2B5EF4-FFF2-40B4-BE49-F238E27FC236}">
                    <a16:creationId xmlns:a16="http://schemas.microsoft.com/office/drawing/2014/main" id="{A9554499-6796-4AEE-B012-34A5B9A585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747375" y="32326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0" name="Freeform 38">
                <a:extLst>
                  <a:ext uri="{FF2B5EF4-FFF2-40B4-BE49-F238E27FC236}">
                    <a16:creationId xmlns:a16="http://schemas.microsoft.com/office/drawing/2014/main" id="{9DD40864-34BD-491F-B591-180E7B32C1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1399044" y="30953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1" name="Freeform 39">
                <a:extLst>
                  <a:ext uri="{FF2B5EF4-FFF2-40B4-BE49-F238E27FC236}">
                    <a16:creationId xmlns:a16="http://schemas.microsoft.com/office/drawing/2014/main" id="{2623F54C-4373-4D30-90DB-3129BDDF54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353675" y="21531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2" name="Freeform 40">
                <a:extLst>
                  <a:ext uri="{FF2B5EF4-FFF2-40B4-BE49-F238E27FC236}">
                    <a16:creationId xmlns:a16="http://schemas.microsoft.com/office/drawing/2014/main" id="{1FF42884-D4B2-462F-9FA7-4FA8925322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848850" y="33088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3" name="Rectangle 41">
                <a:extLst>
                  <a:ext uri="{FF2B5EF4-FFF2-40B4-BE49-F238E27FC236}">
                    <a16:creationId xmlns:a16="http://schemas.microsoft.com/office/drawing/2014/main" id="{27F4D4BA-37F5-4D54-BDFF-733F621D5D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721056" y="32842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4" name="Freeform 32">
                <a:extLst>
                  <a:ext uri="{FF2B5EF4-FFF2-40B4-BE49-F238E27FC236}">
                    <a16:creationId xmlns:a16="http://schemas.microsoft.com/office/drawing/2014/main" id="{29E4A0E5-0441-4563-A947-12A5781105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2122751" y="35321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5" name="Freeform 33">
                <a:extLst>
                  <a:ext uri="{FF2B5EF4-FFF2-40B4-BE49-F238E27FC236}">
                    <a16:creationId xmlns:a16="http://schemas.microsoft.com/office/drawing/2014/main" id="{4A8D89B4-AD1B-410A-870B-1042E075A0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958445" y="34631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6" name="Freeform 34">
                <a:extLst>
                  <a:ext uri="{FF2B5EF4-FFF2-40B4-BE49-F238E27FC236}">
                    <a16:creationId xmlns:a16="http://schemas.microsoft.com/office/drawing/2014/main" id="{DFC54570-9F45-44E6-AC94-4B3192D44B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858308" y="37266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7" name="Freeform 37">
                <a:extLst>
                  <a:ext uri="{FF2B5EF4-FFF2-40B4-BE49-F238E27FC236}">
                    <a16:creationId xmlns:a16="http://schemas.microsoft.com/office/drawing/2014/main" id="{A976F76C-4BBB-4CD4-9270-5E4E8802BF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658407" y="31869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8" name="Freeform 35">
                <a:extLst>
                  <a:ext uri="{FF2B5EF4-FFF2-40B4-BE49-F238E27FC236}">
                    <a16:creationId xmlns:a16="http://schemas.microsoft.com/office/drawing/2014/main" id="{06081E5F-35E2-4E9E-A0DA-9E2F769C4C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860814" y="27151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9" name="Freeform 36">
                <a:extLst>
                  <a:ext uri="{FF2B5EF4-FFF2-40B4-BE49-F238E27FC236}">
                    <a16:creationId xmlns:a16="http://schemas.microsoft.com/office/drawing/2014/main" id="{7B7B4F78-1391-433D-AAE5-0FA8B8EE18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289314" y="33850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0" name="Freeform 38">
                <a:extLst>
                  <a:ext uri="{FF2B5EF4-FFF2-40B4-BE49-F238E27FC236}">
                    <a16:creationId xmlns:a16="http://schemas.microsoft.com/office/drawing/2014/main" id="{EF63F42B-29ED-4285-99D1-5FA657DA92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605895" y="32477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1" name="Freeform 39">
                <a:extLst>
                  <a:ext uri="{FF2B5EF4-FFF2-40B4-BE49-F238E27FC236}">
                    <a16:creationId xmlns:a16="http://schemas.microsoft.com/office/drawing/2014/main" id="{EB7A6053-A7CF-4785-B396-6F70D6EBE9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532202" y="23055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2" name="Freeform 40">
                <a:extLst>
                  <a:ext uri="{FF2B5EF4-FFF2-40B4-BE49-F238E27FC236}">
                    <a16:creationId xmlns:a16="http://schemas.microsoft.com/office/drawing/2014/main" id="{E6337518-A10D-47A5-BD86-6D1F3FAF3C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154501" y="34612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3" name="Rectangle 41">
                <a:extLst>
                  <a:ext uri="{FF2B5EF4-FFF2-40B4-BE49-F238E27FC236}">
                    <a16:creationId xmlns:a16="http://schemas.microsoft.com/office/drawing/2014/main" id="{7591C37F-6498-4992-992D-D413A84752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448983" y="34366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D476017-D224-40AE-B921-6752545015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05894" y="2506499"/>
            <a:ext cx="6858000" cy="180795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WIRELESS SERVO MOTOR CONTROL WITH ARDUINO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F013D4-CBD9-4FC1-AF91-2301A7044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4414" y="5198467"/>
            <a:ext cx="3926785" cy="147801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 . Gnana Priya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 senior grade(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611CC90-59C8-1ED0-BE3B-EFE5FEA02D5E}"/>
              </a:ext>
            </a:extLst>
          </p:cNvPr>
          <p:cNvSpPr txBox="1">
            <a:spLocks/>
          </p:cNvSpPr>
          <p:nvPr/>
        </p:nvSpPr>
        <p:spPr>
          <a:xfrm>
            <a:off x="7911364" y="5222241"/>
            <a:ext cx="4370271" cy="14780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NANTHA KUMAR(953621106006)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HARRIS BABU P(953621106028)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ANBARASAN A(953621106007)</a:t>
            </a:r>
          </a:p>
        </p:txBody>
      </p:sp>
    </p:spTree>
    <p:extLst>
      <p:ext uri="{BB962C8B-B14F-4D97-AF65-F5344CB8AC3E}">
        <p14:creationId xmlns:p14="http://schemas.microsoft.com/office/powerpoint/2010/main" val="1337192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2B990-711B-36DC-7426-4034BBC8E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08379"/>
            <a:ext cx="9905998" cy="1478570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D6907-E101-3E44-E763-7BA25D581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1" y="1258085"/>
            <a:ext cx="9905999" cy="3541714"/>
          </a:xfrm>
        </p:spPr>
        <p:txBody>
          <a:bodyPr>
            <a:normAutofit/>
          </a:bodyPr>
          <a:lstStyle/>
          <a:p>
            <a:r>
              <a:rPr lang="en-US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"Wireless Servo Motor Control with Arduino" project for remotely controlling servo motors using Arduino wireless communication technology. </a:t>
            </a:r>
          </a:p>
          <a:p>
            <a:r>
              <a:rPr lang="en-US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Servo motors are widely used in robotics, automation, and various other applications that require precise control over angular motion. This project offers a wireless solution to control servo motors, eliminating the need for physical connections and enabling remote operation.</a:t>
            </a:r>
          </a:p>
          <a:p>
            <a:r>
              <a:rPr lang="en-US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presents a wireless servo motor control system implemented with Arduino and the NRF24L01 wireless communication module.</a:t>
            </a:r>
          </a:p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NRF24L01 module is RF module.</a:t>
            </a:r>
          </a:p>
          <a:p>
            <a:pPr marL="0" indent="0">
              <a:buNone/>
            </a:pPr>
            <a:endParaRPr lang="en-US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4301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6529E-E0C1-D183-AD95-6822A00BC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-65262"/>
            <a:ext cx="9905998" cy="1478570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8B172-049F-18F2-D7BC-EBFDD814A7E7}"/>
              </a:ext>
            </a:extLst>
          </p:cNvPr>
          <p:cNvSpPr txBox="1">
            <a:spLocks/>
          </p:cNvSpPr>
          <p:nvPr/>
        </p:nvSpPr>
        <p:spPr>
          <a:xfrm>
            <a:off x="987408" y="867267"/>
            <a:ext cx="9905999" cy="5123465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0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Hardware Setup: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9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Assemble the hardware components, which include two Arduino boards (one for the sender and one for the receiver), NRF24L01 wireless communication modules, servo motors, and a power source (usually a battery or a power supply).</a:t>
            </a:r>
          </a:p>
          <a:p>
            <a:pPr marL="0" indent="0" algn="l">
              <a:buNone/>
            </a:pPr>
            <a:r>
              <a:rPr lang="en-US" sz="20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Wiring Connections: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Connect the NRF24L01 modules to each Arduino.</a:t>
            </a:r>
          </a:p>
          <a:p>
            <a:pPr marL="0" indent="0" algn="l">
              <a:buNone/>
            </a:pPr>
            <a:r>
              <a:rPr lang="en-US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Connect the servo motor to the receiver Arduino for servo control. </a:t>
            </a:r>
          </a:p>
          <a:p>
            <a:pPr marL="0" indent="0" algn="l">
              <a:buNone/>
            </a:pPr>
            <a:r>
              <a:rPr lang="en-US" sz="18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Arduino Programming:</a:t>
            </a:r>
            <a:endParaRPr lang="en-US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Write code for both the sender and receiver Arduinos.</a:t>
            </a:r>
          </a:p>
          <a:p>
            <a:pPr marL="0" indent="0" algn="l">
              <a:buNone/>
            </a:pPr>
            <a:r>
              <a:rPr lang="en-US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the sender Arduino code, include logic to read input from a user interface potentiometers this input to servo control commands.</a:t>
            </a:r>
          </a:p>
          <a:p>
            <a:pPr marL="0" indent="0" algn="l">
              <a:buNone/>
            </a:pPr>
            <a:r>
              <a:rPr lang="en-US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the NRF24L01 library to set up wireless communication and transmit the control commands to the receiver</a:t>
            </a:r>
          </a:p>
          <a:p>
            <a:pPr marL="0" indent="0">
              <a:buNone/>
            </a:pPr>
            <a:endParaRPr lang="en-IN" sz="1800" b="1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b="1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255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3F70F-E3CC-1BB0-39F2-2DA1BED0C762}"/>
              </a:ext>
            </a:extLst>
          </p:cNvPr>
          <p:cNvSpPr txBox="1">
            <a:spLocks/>
          </p:cNvSpPr>
          <p:nvPr/>
        </p:nvSpPr>
        <p:spPr>
          <a:xfrm>
            <a:off x="1025909" y="241625"/>
            <a:ext cx="9905999" cy="512346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8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Receiver Code: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the receiver Arduino code, configure the NRF24L01 module to receive data packets from the sender and use them to control the servo motor.</a:t>
            </a:r>
          </a:p>
          <a:p>
            <a:pPr marL="0" indent="0" algn="l">
              <a:buNone/>
            </a:pPr>
            <a:r>
              <a:rPr lang="en-US" sz="18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Servo Motor Control:</a:t>
            </a:r>
            <a:endParaRPr lang="en-US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that the servo motor movement is smooth and accurate.</a:t>
            </a:r>
          </a:p>
          <a:p>
            <a:pPr marL="0" indent="0" algn="l">
              <a:buNone/>
            </a:pPr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following this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 </a:t>
            </a:r>
            <a:r>
              <a:rPr lang="en-US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create a wireless servo motor control system using Arduino and NRF24L01, making it suitable for various applications where remote and precise control of servo motors is required.</a:t>
            </a:r>
            <a:endParaRPr lang="en-US" sz="180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ARUDINO </a:t>
            </a:r>
          </a:p>
        </p:txBody>
      </p:sp>
    </p:spTree>
    <p:extLst>
      <p:ext uri="{BB962C8B-B14F-4D97-AF65-F5344CB8AC3E}">
        <p14:creationId xmlns:p14="http://schemas.microsoft.com/office/powerpoint/2010/main" val="3185792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DE8E5-3286-1E87-B8F7-EB4C50471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4" y="69878"/>
            <a:ext cx="9905998" cy="1478570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with parameters</a:t>
            </a:r>
          </a:p>
        </p:txBody>
      </p:sp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E667EAF3-FC67-1874-2620-6FADF74278F6}"/>
              </a:ext>
            </a:extLst>
          </p:cNvPr>
          <p:cNvPicPr>
            <a:picLocks noGrp="1"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28" t="15116" r="39156" b="27767"/>
          <a:stretch/>
        </p:blipFill>
        <p:spPr>
          <a:xfrm>
            <a:off x="1232125" y="1057686"/>
            <a:ext cx="9500044" cy="5776118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5327EF2-8041-3CDE-AD7A-A3B24EAA310A}"/>
              </a:ext>
            </a:extLst>
          </p:cNvPr>
          <p:cNvSpPr/>
          <p:nvPr/>
        </p:nvSpPr>
        <p:spPr>
          <a:xfrm>
            <a:off x="3715352" y="1155032"/>
            <a:ext cx="4899259" cy="50051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627884C-69FE-7E6C-7D72-5993036C5032}"/>
              </a:ext>
            </a:extLst>
          </p:cNvPr>
          <p:cNvSpPr/>
          <p:nvPr/>
        </p:nvSpPr>
        <p:spPr>
          <a:xfrm>
            <a:off x="4398745" y="5168766"/>
            <a:ext cx="2165684" cy="1116531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7E664C5-43A3-639A-4EE6-E62FDC4830DC}"/>
              </a:ext>
            </a:extLst>
          </p:cNvPr>
          <p:cNvSpPr/>
          <p:nvPr/>
        </p:nvSpPr>
        <p:spPr>
          <a:xfrm>
            <a:off x="1459831" y="2435191"/>
            <a:ext cx="1337912" cy="5390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ARUDINO Nano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CE3788-1A9D-54A1-7AEE-3C5281CBD209}"/>
              </a:ext>
            </a:extLst>
          </p:cNvPr>
          <p:cNvSpPr/>
          <p:nvPr/>
        </p:nvSpPr>
        <p:spPr>
          <a:xfrm>
            <a:off x="1232125" y="5913521"/>
            <a:ext cx="1857675" cy="74355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Potentiometer</a:t>
            </a:r>
          </a:p>
          <a:p>
            <a:pPr algn="ctr"/>
            <a:r>
              <a:rPr lang="en-IN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(10K OHM)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C890DFB-3C5D-9EB8-C43D-04BDE257BDE8}"/>
              </a:ext>
            </a:extLst>
          </p:cNvPr>
          <p:cNvSpPr/>
          <p:nvPr/>
        </p:nvSpPr>
        <p:spPr>
          <a:xfrm>
            <a:off x="8802211" y="5326379"/>
            <a:ext cx="1857675" cy="74355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Servo motor </a:t>
            </a:r>
            <a:endParaRPr lang="en-IN">
              <a:solidFill>
                <a:schemeClr val="bg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0D3E7FA-C427-4B30-9C75-0DBF59B8E9F6}"/>
              </a:ext>
            </a:extLst>
          </p:cNvPr>
          <p:cNvSpPr/>
          <p:nvPr/>
        </p:nvSpPr>
        <p:spPr>
          <a:xfrm>
            <a:off x="9233050" y="2867116"/>
            <a:ext cx="1426836" cy="58473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ARUDINO</a:t>
            </a:r>
          </a:p>
          <a:p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Nano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17818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586250-C850-6E34-5253-21C446434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0" y="741473"/>
            <a:ext cx="4649783" cy="823912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E4A8D2-B4EB-74FB-060C-B6F57DC8F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565385"/>
            <a:ext cx="4878391" cy="2717801"/>
          </a:xfrm>
        </p:spPr>
        <p:txBody>
          <a:bodyPr>
            <a:normAutofit/>
          </a:bodyPr>
          <a:lstStyle/>
          <a:p>
            <a:r>
              <a:rPr lang="en-IN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Arduino Software (IDE)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79D1D7-AD0E-D347-69C5-0C5B384C78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28696" y="741473"/>
            <a:ext cx="4646602" cy="823912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B2DAB7-D0EC-14FF-B3E3-C1EA08883D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28696" y="1478758"/>
            <a:ext cx="4875210" cy="3383956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NRF24L01 Module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Potentiometer</a:t>
            </a:r>
          </a:p>
          <a:p>
            <a:r>
              <a:rPr lang="en-IN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Arudino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nano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Servo motor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Breadboard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Jumper wire</a:t>
            </a:r>
          </a:p>
        </p:txBody>
      </p:sp>
    </p:spTree>
    <p:extLst>
      <p:ext uri="{BB962C8B-B14F-4D97-AF65-F5344CB8AC3E}">
        <p14:creationId xmlns:p14="http://schemas.microsoft.com/office/powerpoint/2010/main" val="3442702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5CB4F-0271-22FE-5F1C-CDF57D47A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</a:p>
        </p:txBody>
      </p:sp>
    </p:spTree>
    <p:extLst>
      <p:ext uri="{BB962C8B-B14F-4D97-AF65-F5344CB8AC3E}">
        <p14:creationId xmlns:p14="http://schemas.microsoft.com/office/powerpoint/2010/main" val="2624309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C0D59-1C40-D871-AFC0-DBAEA0D00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1EDF5-3ADE-9EE8-50E5-CF6CCE658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4410" y="1658143"/>
            <a:ext cx="9905999" cy="3541714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https://howtomechatronics.com/tutorials/arduino/how-to-build-an-arduino-wireless-network-with-multiple-nrf24l01-modules/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https://youtu.be/xb7psLhKTMA?feature=shared</a:t>
            </a:r>
          </a:p>
        </p:txBody>
      </p:sp>
    </p:spTree>
    <p:extLst>
      <p:ext uri="{BB962C8B-B14F-4D97-AF65-F5344CB8AC3E}">
        <p14:creationId xmlns:p14="http://schemas.microsoft.com/office/powerpoint/2010/main" val="261329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>
            <a:extLst>
              <a:ext uri="{FF2B5EF4-FFF2-40B4-BE49-F238E27FC236}">
                <a16:creationId xmlns:a16="http://schemas.microsoft.com/office/drawing/2014/main" id="{AD579530-1077-46B3-BD5C-81BB270A1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78" name="Rectangle 77">
              <a:extLst>
                <a:ext uri="{FF2B5EF4-FFF2-40B4-BE49-F238E27FC236}">
                  <a16:creationId xmlns:a16="http://schemas.microsoft.com/office/drawing/2014/main" id="{ACBB106A-B366-4349-B59F-E8FBDADD8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9" name="Picture 2">
              <a:extLst>
                <a:ext uri="{FF2B5EF4-FFF2-40B4-BE49-F238E27FC236}">
                  <a16:creationId xmlns:a16="http://schemas.microsoft.com/office/drawing/2014/main" id="{113FC03B-24E4-4A3F-9626-CC7F6356BC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4="http://schemas.microsoft.com/office/drawing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 descr="close up of circuit board">
            <a:extLst>
              <a:ext uri="{FF2B5EF4-FFF2-40B4-BE49-F238E27FC236}">
                <a16:creationId xmlns:a16="http://schemas.microsoft.com/office/drawing/2014/main" id="{525AE681-57C0-4C44-9E88-A16CDA016EB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30000"/>
          </a:blip>
          <a:srcRect t="6504" b="9202"/>
          <a:stretch/>
        </p:blipFill>
        <p:spPr>
          <a:xfrm>
            <a:off x="3611" y="-6610"/>
            <a:ext cx="12188389" cy="6857990"/>
          </a:xfrm>
          <a:prstGeom prst="rect">
            <a:avLst/>
          </a:prstGeom>
        </p:spPr>
      </p:pic>
      <p:grpSp>
        <p:nvGrpSpPr>
          <p:cNvPr id="81" name="Group 80">
            <a:extLst>
              <a:ext uri="{FF2B5EF4-FFF2-40B4-BE49-F238E27FC236}">
                <a16:creationId xmlns:a16="http://schemas.microsoft.com/office/drawing/2014/main" id="{83F79A5F-63B5-4802-B39B-BF0F89DDDA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235200"/>
            <a:ext cx="10982062" cy="2396067"/>
            <a:chOff x="605895" y="2235200"/>
            <a:chExt cx="10982062" cy="2396067"/>
          </a:xfrm>
        </p:grpSpPr>
        <p:sp>
          <p:nvSpPr>
            <p:cNvPr id="82" name="Round Diagonal Corner Rectangle 7">
              <a:extLst>
                <a:ext uri="{FF2B5EF4-FFF2-40B4-BE49-F238E27FC236}">
                  <a16:creationId xmlns:a16="http://schemas.microsoft.com/office/drawing/2014/main" id="{00D14BF7-A799-4EDA-8C19-CED0B8EC5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82333" y="2235200"/>
              <a:ext cx="7027334" cy="2396067"/>
            </a:xfrm>
            <a:prstGeom prst="round2DiagRect">
              <a:avLst>
                <a:gd name="adj1" fmla="val 9246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AF292344-73C8-4E53-85C0-8CDB23EB53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5895" y="2900097"/>
              <a:ext cx="10982062" cy="1211524"/>
              <a:chOff x="605895" y="2900097"/>
              <a:chExt cx="10982062" cy="1211524"/>
            </a:xfrm>
          </p:grpSpPr>
          <p:sp>
            <p:nvSpPr>
              <p:cNvPr id="84" name="Freeform 32">
                <a:extLst>
                  <a:ext uri="{FF2B5EF4-FFF2-40B4-BE49-F238E27FC236}">
                    <a16:creationId xmlns:a16="http://schemas.microsoft.com/office/drawing/2014/main" id="{4781E776-A0A7-4FB6-958B-8389BBA569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9653587" y="33797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5" name="Freeform 33">
                <a:extLst>
                  <a:ext uri="{FF2B5EF4-FFF2-40B4-BE49-F238E27FC236}">
                    <a16:creationId xmlns:a16="http://schemas.microsoft.com/office/drawing/2014/main" id="{0F004D56-F177-45BC-8965-B72DB88A08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078244" y="33107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6" name="Freeform 34">
                <a:extLst>
                  <a:ext uri="{FF2B5EF4-FFF2-40B4-BE49-F238E27FC236}">
                    <a16:creationId xmlns:a16="http://schemas.microsoft.com/office/drawing/2014/main" id="{5F2F1F83-817B-4678-B0AE-8FFDC49FC8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1146631" y="35742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7" name="Freeform 37">
                <a:extLst>
                  <a:ext uri="{FF2B5EF4-FFF2-40B4-BE49-F238E27FC236}">
                    <a16:creationId xmlns:a16="http://schemas.microsoft.com/office/drawing/2014/main" id="{F908EB47-32F4-4E82-BF56-FD25BB0747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230644" y="30345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8" name="Freeform 35">
                <a:extLst>
                  <a:ext uri="{FF2B5EF4-FFF2-40B4-BE49-F238E27FC236}">
                    <a16:creationId xmlns:a16="http://schemas.microsoft.com/office/drawing/2014/main" id="{0966000D-B975-4E8A-9BF2-EACF216405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034587" y="25627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9" name="Freeform 36">
                <a:extLst>
                  <a:ext uri="{FF2B5EF4-FFF2-40B4-BE49-F238E27FC236}">
                    <a16:creationId xmlns:a16="http://schemas.microsoft.com/office/drawing/2014/main" id="{A9554499-6796-4AEE-B012-34A5B9A585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747375" y="32326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0" name="Freeform 38">
                <a:extLst>
                  <a:ext uri="{FF2B5EF4-FFF2-40B4-BE49-F238E27FC236}">
                    <a16:creationId xmlns:a16="http://schemas.microsoft.com/office/drawing/2014/main" id="{9DD40864-34BD-491F-B591-180E7B32C1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1399044" y="30953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1" name="Freeform 39">
                <a:extLst>
                  <a:ext uri="{FF2B5EF4-FFF2-40B4-BE49-F238E27FC236}">
                    <a16:creationId xmlns:a16="http://schemas.microsoft.com/office/drawing/2014/main" id="{2623F54C-4373-4D30-90DB-3129BDDF54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353675" y="21531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2" name="Freeform 40">
                <a:extLst>
                  <a:ext uri="{FF2B5EF4-FFF2-40B4-BE49-F238E27FC236}">
                    <a16:creationId xmlns:a16="http://schemas.microsoft.com/office/drawing/2014/main" id="{1FF42884-D4B2-462F-9FA7-4FA8925322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848850" y="33088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3" name="Rectangle 41">
                <a:extLst>
                  <a:ext uri="{FF2B5EF4-FFF2-40B4-BE49-F238E27FC236}">
                    <a16:creationId xmlns:a16="http://schemas.microsoft.com/office/drawing/2014/main" id="{27F4D4BA-37F5-4D54-BDFF-733F621D5D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721056" y="32842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4" name="Freeform 32">
                <a:extLst>
                  <a:ext uri="{FF2B5EF4-FFF2-40B4-BE49-F238E27FC236}">
                    <a16:creationId xmlns:a16="http://schemas.microsoft.com/office/drawing/2014/main" id="{29E4A0E5-0441-4563-A947-12A5781105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2122751" y="35321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5" name="Freeform 33">
                <a:extLst>
                  <a:ext uri="{FF2B5EF4-FFF2-40B4-BE49-F238E27FC236}">
                    <a16:creationId xmlns:a16="http://schemas.microsoft.com/office/drawing/2014/main" id="{4A8D89B4-AD1B-410A-870B-1042E075A0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958445" y="34631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6" name="Freeform 34">
                <a:extLst>
                  <a:ext uri="{FF2B5EF4-FFF2-40B4-BE49-F238E27FC236}">
                    <a16:creationId xmlns:a16="http://schemas.microsoft.com/office/drawing/2014/main" id="{DFC54570-9F45-44E6-AC94-4B3192D44B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858308" y="37266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7" name="Freeform 37">
                <a:extLst>
                  <a:ext uri="{FF2B5EF4-FFF2-40B4-BE49-F238E27FC236}">
                    <a16:creationId xmlns:a16="http://schemas.microsoft.com/office/drawing/2014/main" id="{A976F76C-4BBB-4CD4-9270-5E4E8802BF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658407" y="31869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8" name="Freeform 35">
                <a:extLst>
                  <a:ext uri="{FF2B5EF4-FFF2-40B4-BE49-F238E27FC236}">
                    <a16:creationId xmlns:a16="http://schemas.microsoft.com/office/drawing/2014/main" id="{06081E5F-35E2-4E9E-A0DA-9E2F769C4C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860814" y="27151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9" name="Freeform 36">
                <a:extLst>
                  <a:ext uri="{FF2B5EF4-FFF2-40B4-BE49-F238E27FC236}">
                    <a16:creationId xmlns:a16="http://schemas.microsoft.com/office/drawing/2014/main" id="{7B7B4F78-1391-433D-AAE5-0FA8B8EE18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289314" y="33850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0" name="Freeform 38">
                <a:extLst>
                  <a:ext uri="{FF2B5EF4-FFF2-40B4-BE49-F238E27FC236}">
                    <a16:creationId xmlns:a16="http://schemas.microsoft.com/office/drawing/2014/main" id="{EF63F42B-29ED-4285-99D1-5FA657DA92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605895" y="32477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1" name="Freeform 39">
                <a:extLst>
                  <a:ext uri="{FF2B5EF4-FFF2-40B4-BE49-F238E27FC236}">
                    <a16:creationId xmlns:a16="http://schemas.microsoft.com/office/drawing/2014/main" id="{EB7A6053-A7CF-4785-B396-6F70D6EBE9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532202" y="23055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2" name="Freeform 40">
                <a:extLst>
                  <a:ext uri="{FF2B5EF4-FFF2-40B4-BE49-F238E27FC236}">
                    <a16:creationId xmlns:a16="http://schemas.microsoft.com/office/drawing/2014/main" id="{E6337518-A10D-47A5-BD86-6D1F3FAF3C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154501" y="34612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3" name="Rectangle 41">
                <a:extLst>
                  <a:ext uri="{FF2B5EF4-FFF2-40B4-BE49-F238E27FC236}">
                    <a16:creationId xmlns:a16="http://schemas.microsoft.com/office/drawing/2014/main" id="{7591C37F-6498-4992-992D-D413A84752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448983" y="34366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D476017-D224-40AE-B921-6752545015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05894" y="2506499"/>
            <a:ext cx="6719093" cy="1409861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611CC90-59C8-1ED0-BE3B-EFE5FEA02D5E}"/>
              </a:ext>
            </a:extLst>
          </p:cNvPr>
          <p:cNvSpPr txBox="1">
            <a:spLocks/>
          </p:cNvSpPr>
          <p:nvPr/>
        </p:nvSpPr>
        <p:spPr>
          <a:xfrm>
            <a:off x="7911364" y="5222241"/>
            <a:ext cx="4370271" cy="14780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8759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C41CBB0-BAA0-4983-8F2B-E10AF3358DA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E096F0E7-E7B5-406E-8E94-F0043B2AC7F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04C6BCC-A38B-4625-90E6-7D3BBA3909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Circuit design</Template>
  <TotalTime>64</TotalTime>
  <Words>395</Words>
  <Application>Microsoft Office PowerPoint</Application>
  <PresentationFormat>Widescreen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Times New Roman</vt:lpstr>
      <vt:lpstr>Tw Cen MT</vt:lpstr>
      <vt:lpstr>Circuit</vt:lpstr>
      <vt:lpstr>WIRELESS SERVO MOTOR CONTROL WITH ARDUINO</vt:lpstr>
      <vt:lpstr>ABSTRACT:</vt:lpstr>
      <vt:lpstr>PROPOSED METHOD :</vt:lpstr>
      <vt:lpstr>PowerPoint Presentation</vt:lpstr>
      <vt:lpstr>Block diagram with parameters</vt:lpstr>
      <vt:lpstr>PowerPoint Presentation</vt:lpstr>
      <vt:lpstr>RESULT:</vt:lpstr>
      <vt:lpstr>reference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WIRELESS SERVO MOTOR CONTROL WITH ARDUINO</dc:title>
  <dc:creator>Nantha kumar</dc:creator>
  <cp:lastModifiedBy>Nantha kumar</cp:lastModifiedBy>
  <cp:revision>1</cp:revision>
  <dcterms:created xsi:type="dcterms:W3CDTF">2023-10-25T17:05:20Z</dcterms:created>
  <dcterms:modified xsi:type="dcterms:W3CDTF">2023-10-25T18:09:25Z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